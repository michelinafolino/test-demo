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C3C4C-3953-4295-9C3A-15C59723923D}" v="1" dt="2026-02-26T18:22:32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29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ina Folino" userId="S::michelina.folino@emeal.nttdata.com::35c444ad-dd3f-4988-ab02-9c19d22c2736" providerId="AD" clId="Web-{09EC3C4C-3953-4295-9C3A-15C59723923D}"/>
    <pc:docChg chg="modSld">
      <pc:chgData name="Michelina Folino" userId="S::michelina.folino@emeal.nttdata.com::35c444ad-dd3f-4988-ab02-9c19d22c2736" providerId="AD" clId="Web-{09EC3C4C-3953-4295-9C3A-15C59723923D}" dt="2026-02-26T18:22:32.976" v="0"/>
      <pc:docMkLst>
        <pc:docMk/>
      </pc:docMkLst>
      <pc:sldChg chg="delSp">
        <pc:chgData name="Michelina Folino" userId="S::michelina.folino@emeal.nttdata.com::35c444ad-dd3f-4988-ab02-9c19d22c2736" providerId="AD" clId="Web-{09EC3C4C-3953-4295-9C3A-15C59723923D}" dt="2026-02-26T18:22:32.976" v="0"/>
        <pc:sldMkLst>
          <pc:docMk/>
          <pc:sldMk cId="33799041" sldId="256"/>
        </pc:sldMkLst>
        <pc:spChg chg="del">
          <ac:chgData name="Michelina Folino" userId="S::michelina.folino@emeal.nttdata.com::35c444ad-dd3f-4988-ab02-9c19d22c2736" providerId="AD" clId="Web-{09EC3C4C-3953-4295-9C3A-15C59723923D}" dt="2026-02-26T18:22:32.976" v="0"/>
          <ac:spMkLst>
            <pc:docMk/>
            <pc:sldMk cId="33799041" sldId="256"/>
            <ac:spMk id="2" creationId="{C44A7F91-C030-3FCD-A863-03CBB5ED8D2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EF42-3C66-0514-2621-6D1374E06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EA01E-D77E-1ACE-B284-87FEA9847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EDCE3-0FDD-4E47-55BE-6F882BF1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1F3B-AE1D-4E59-9A42-98A72EEB2A86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210A2-E4DE-2AD0-E74E-FBDDBB0D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5084E-6403-A83F-B223-37184573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B18B-E495-4A06-AA06-28A14EFE7AB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649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76F38-7453-82AD-C1EA-92EC831BA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B227C-05EE-4118-2CC7-634F9C039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7ED89-F508-550C-7191-4E930A31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1F3B-AE1D-4E59-9A42-98A72EEB2A86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4F49F-9379-2E69-6B0C-E97951AB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8FD21-2EF8-FB73-C6FA-C0B353DE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B18B-E495-4A06-AA06-28A14EFE7AB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295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C1460-7CB3-19C3-9619-9ED988DAA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A778F-3C02-0BB7-74C3-ACACCADFE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19AD8-AEA1-C14E-46DA-C62A0123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1F3B-AE1D-4E59-9A42-98A72EEB2A86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D4484-B996-764D-CC68-9662BBF17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C49AA-5F96-5A19-87EA-4FF8B7A8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B18B-E495-4A06-AA06-28A14EFE7AB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519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DD3B-EF41-61D7-74DD-8E6717C1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9A0F5-109B-D250-5123-939A6A56A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EFE81-7E8F-68F7-96FB-F7F9641EA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9F4EA-6796-3B43-0C55-739B58CE1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1F3B-AE1D-4E59-9A42-98A72EEB2A86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F5866-F29D-5C5E-EC55-1AB195279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FE214-8BC5-7C17-2A15-71BF8605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B18B-E495-4A06-AA06-28A14EFE7AB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9242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9CB3-8922-B84A-F6E0-FAFA1D814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7A328-4706-A02D-55F8-D8CEAE14C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DB32B-94F1-CF34-7B64-7D4ADDE7C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77CF98-77EE-600F-E5A4-4EA2C7C04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1B927D-55C3-3EFB-CD64-1800CED67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9986D0-3DCA-FDC4-7426-BBBEF944B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1F3B-AE1D-4E59-9A42-98A72EEB2A86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359252-746E-4992-57A1-0AC8DB031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33F3B-66C9-279B-FAC6-89E06E8BE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B18B-E495-4A06-AA06-28A14EFE7AB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2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F73C-8476-31B4-1109-C4418FB92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B2F7E6-F9BA-2D88-FEF7-757CDFE83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1F3B-AE1D-4E59-9A42-98A72EEB2A86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7F71D2-9283-0599-EF68-EFE02B44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5F815-687D-60E0-0EB3-379F7134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B18B-E495-4A06-AA06-28A14EFE7AB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316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5CAE9-58F5-87EB-2207-D46BDCB9E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1F3B-AE1D-4E59-9A42-98A72EEB2A86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BB8E9-5582-534E-B800-2FB532C1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ABCDC-64BC-AB0F-92DF-7DCBAD42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B18B-E495-4A06-AA06-28A14EFE7AB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27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CDD3-59FF-A8ED-71EB-F94630244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61F18-4B9A-48F6-7A92-4A70C852D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7684F-71ED-4A7B-6E7D-010940298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4BEC5-8A1E-EFA8-6A61-E4E06FF78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1F3B-AE1D-4E59-9A42-98A72EEB2A86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20C9B-4332-2F43-302C-B80343F2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505F6-8C7C-BA9F-EEF6-EE835203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B18B-E495-4A06-AA06-28A14EFE7AB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702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7EE51-43D5-9C86-B2AE-603A403E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02D056-1801-5B84-7290-FA24471584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2BB2B-F760-9235-5C86-319548B48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8C9C0-6563-7851-6742-CF45C26B5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1F3B-AE1D-4E59-9A42-98A72EEB2A86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3494B-EDFE-2F74-82C3-2CC8BE55E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97B2C-D33C-44B5-BFEB-39E6D464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B18B-E495-4A06-AA06-28A14EFE7AB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4395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2C95-0AD9-DF97-D926-1B303C0C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07CE2-D527-6DD4-E81C-02B00CDA4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EFDD6-CA27-ADD2-D5D4-9814258AD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1F3B-AE1D-4E59-9A42-98A72EEB2A86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C88E3-F753-702C-47C2-21C2F521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5681-21C3-08A9-1B9B-70ADDCD8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B18B-E495-4A06-AA06-28A14EFE7AB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67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1C8198-E7AF-889A-07E0-57C5C1E9F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19E4A-F602-1E81-6883-2AB6C729C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C717-860F-0DD4-88AE-EAFADBD96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1F3B-AE1D-4E59-9A42-98A72EEB2A86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53B7E-1454-A8ED-8BD0-EB4403FA1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87D4E-D83A-1794-769D-76432A3E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8B18B-E495-4A06-AA06-28A14EFE7AB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901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348F68-F60C-E71E-FF70-5AE0B344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B6D37-EC1E-52C5-573B-646FE86D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569F-6AFB-D882-859E-7C718D5B1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61F3B-AE1D-4E59-9A42-98A72EEB2A86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1B5F7-5C5C-8925-DB88-0EFDAE020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ACF1F-4390-42CE-EB1C-4557ADF64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8B18B-E495-4A06-AA06-28A14EFE7AB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340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magine 5">
            <a:extLst>
              <a:ext uri="{FF2B5EF4-FFF2-40B4-BE49-F238E27FC236}">
                <a16:creationId xmlns:a16="http://schemas.microsoft.com/office/drawing/2014/main" id="{3103D97F-1666-4C9D-FB5B-0C4AC2BF0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8" t="3738" r="9848" b="6127"/>
          <a:stretch>
            <a:fillRect/>
          </a:stretch>
        </p:blipFill>
        <p:spPr>
          <a:xfrm>
            <a:off x="6172600" y="685942"/>
            <a:ext cx="2541600" cy="5475600"/>
          </a:xfrm>
          <a:prstGeom prst="roundRect">
            <a:avLst>
              <a:gd name="adj" fmla="val 9649"/>
            </a:avLst>
          </a:prstGeom>
        </p:spPr>
      </p:pic>
      <p:pic>
        <p:nvPicPr>
          <p:cNvPr id="28" name="Immagine 5">
            <a:extLst>
              <a:ext uri="{FF2B5EF4-FFF2-40B4-BE49-F238E27FC236}">
                <a16:creationId xmlns:a16="http://schemas.microsoft.com/office/drawing/2014/main" id="{2E69DA8C-5727-8161-4756-EDDD6D5A7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8" t="3738" r="9848" b="6127"/>
          <a:stretch>
            <a:fillRect/>
          </a:stretch>
        </p:blipFill>
        <p:spPr>
          <a:xfrm>
            <a:off x="3355821" y="685942"/>
            <a:ext cx="2541600" cy="5475600"/>
          </a:xfrm>
          <a:prstGeom prst="roundRect">
            <a:avLst>
              <a:gd name="adj" fmla="val 9649"/>
            </a:avLst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140DEE6-3313-444D-70F5-6ED33853D4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  <p:pic>
        <p:nvPicPr>
          <p:cNvPr id="4" name="Immagine 5">
            <a:extLst>
              <a:ext uri="{FF2B5EF4-FFF2-40B4-BE49-F238E27FC236}">
                <a16:creationId xmlns:a16="http://schemas.microsoft.com/office/drawing/2014/main" id="{949B3855-F1EC-281F-657E-FF7A6F606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8" t="3738" r="9848" b="6127"/>
          <a:stretch>
            <a:fillRect/>
          </a:stretch>
        </p:blipFill>
        <p:spPr>
          <a:xfrm>
            <a:off x="380384" y="685942"/>
            <a:ext cx="2541600" cy="5475600"/>
          </a:xfrm>
          <a:prstGeom prst="roundRect">
            <a:avLst>
              <a:gd name="adj" fmla="val 9649"/>
            </a:avLst>
          </a:prstGeom>
        </p:spPr>
      </p:pic>
      <p:pic>
        <p:nvPicPr>
          <p:cNvPr id="13" name="Immagine 7">
            <a:extLst>
              <a:ext uri="{FF2B5EF4-FFF2-40B4-BE49-F238E27FC236}">
                <a16:creationId xmlns:a16="http://schemas.microsoft.com/office/drawing/2014/main" id="{8A6151C9-DE41-C434-0EE7-710CADCA0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994" y="5838434"/>
            <a:ext cx="270770" cy="288000"/>
          </a:xfrm>
          <a:prstGeom prst="rect">
            <a:avLst/>
          </a:prstGeom>
        </p:spPr>
      </p:pic>
      <p:pic>
        <p:nvPicPr>
          <p:cNvPr id="7" name="Immagine 1">
            <a:extLst>
              <a:ext uri="{FF2B5EF4-FFF2-40B4-BE49-F238E27FC236}">
                <a16:creationId xmlns:a16="http://schemas.microsoft.com/office/drawing/2014/main" id="{7324E395-A5B2-C86B-E8DD-32B4D8FF1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657" y="3134082"/>
            <a:ext cx="2242670" cy="2687037"/>
          </a:xfrm>
          <a:prstGeom prst="rect">
            <a:avLst/>
          </a:prstGeom>
        </p:spPr>
      </p:pic>
      <p:pic>
        <p:nvPicPr>
          <p:cNvPr id="15" name="Immagine 7">
            <a:extLst>
              <a:ext uri="{FF2B5EF4-FFF2-40B4-BE49-F238E27FC236}">
                <a16:creationId xmlns:a16="http://schemas.microsoft.com/office/drawing/2014/main" id="{1ED4C7F9-E51D-22BA-143D-1637B0234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372" y="5838434"/>
            <a:ext cx="270770" cy="288000"/>
          </a:xfrm>
          <a:prstGeom prst="rect">
            <a:avLst/>
          </a:prstGeom>
        </p:spPr>
      </p:pic>
      <p:pic>
        <p:nvPicPr>
          <p:cNvPr id="22" name="Immagine 1">
            <a:extLst>
              <a:ext uri="{FF2B5EF4-FFF2-40B4-BE49-F238E27FC236}">
                <a16:creationId xmlns:a16="http://schemas.microsoft.com/office/drawing/2014/main" id="{C946014B-FB90-694E-A34E-45E758E60E0A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331259" y="3135519"/>
            <a:ext cx="2242800" cy="2685600"/>
          </a:xfrm>
          <a:prstGeom prst="rect">
            <a:avLst/>
          </a:prstGeom>
        </p:spPr>
      </p:pic>
      <p:pic>
        <p:nvPicPr>
          <p:cNvPr id="24" name="Immagine 7">
            <a:extLst>
              <a:ext uri="{FF2B5EF4-FFF2-40B4-BE49-F238E27FC236}">
                <a16:creationId xmlns:a16="http://schemas.microsoft.com/office/drawing/2014/main" id="{276893CA-3BBB-4030-5375-23911F6ED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725" y="5838434"/>
            <a:ext cx="270770" cy="288000"/>
          </a:xfrm>
          <a:prstGeom prst="rect">
            <a:avLst/>
          </a:prstGeom>
        </p:spPr>
      </p:pic>
      <p:pic>
        <p:nvPicPr>
          <p:cNvPr id="30" name="Immagine 5">
            <a:extLst>
              <a:ext uri="{FF2B5EF4-FFF2-40B4-BE49-F238E27FC236}">
                <a16:creationId xmlns:a16="http://schemas.microsoft.com/office/drawing/2014/main" id="{73399AE5-7D2E-BB4E-BF0D-4C9EDF57B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8" t="3738" r="9848" b="6127"/>
          <a:stretch>
            <a:fillRect/>
          </a:stretch>
        </p:blipFill>
        <p:spPr>
          <a:xfrm>
            <a:off x="8872859" y="595653"/>
            <a:ext cx="2541600" cy="5475600"/>
          </a:xfrm>
          <a:prstGeom prst="roundRect">
            <a:avLst>
              <a:gd name="adj" fmla="val 9649"/>
            </a:avLst>
          </a:prstGeom>
        </p:spPr>
      </p:pic>
      <p:pic>
        <p:nvPicPr>
          <p:cNvPr id="31" name="Immagine 7">
            <a:extLst>
              <a:ext uri="{FF2B5EF4-FFF2-40B4-BE49-F238E27FC236}">
                <a16:creationId xmlns:a16="http://schemas.microsoft.com/office/drawing/2014/main" id="{206DD473-88D6-3CBF-9AE7-ACCE9E062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3447" y="5833174"/>
            <a:ext cx="270770" cy="288000"/>
          </a:xfrm>
          <a:prstGeom prst="rect">
            <a:avLst/>
          </a:prstGeom>
        </p:spPr>
      </p:pic>
      <p:pic>
        <p:nvPicPr>
          <p:cNvPr id="32" name="Immagine 1">
            <a:extLst>
              <a:ext uri="{FF2B5EF4-FFF2-40B4-BE49-F238E27FC236}">
                <a16:creationId xmlns:a16="http://schemas.microsoft.com/office/drawing/2014/main" id="{1BD8DFD0-E8A4-A869-93DB-B5A462CB7F42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989379" y="3135519"/>
            <a:ext cx="2242800" cy="26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9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4F458-B93A-50C3-1B36-BDE5C9B20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magine 5">
            <a:extLst>
              <a:ext uri="{FF2B5EF4-FFF2-40B4-BE49-F238E27FC236}">
                <a16:creationId xmlns:a16="http://schemas.microsoft.com/office/drawing/2014/main" id="{40A8D1D7-BA90-25B7-B813-86A6D0FCF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8" t="3738" r="9848" b="6127"/>
          <a:stretch>
            <a:fillRect/>
          </a:stretch>
        </p:blipFill>
        <p:spPr>
          <a:xfrm>
            <a:off x="3355821" y="685942"/>
            <a:ext cx="2541600" cy="5475600"/>
          </a:xfrm>
          <a:prstGeom prst="roundRect">
            <a:avLst>
              <a:gd name="adj" fmla="val 9649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DD1A08-9E4C-850C-C41F-78D55492CB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7BCB3-9C08-CA58-67CD-164CA67388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  <p:pic>
        <p:nvPicPr>
          <p:cNvPr id="4" name="Immagine 5">
            <a:extLst>
              <a:ext uri="{FF2B5EF4-FFF2-40B4-BE49-F238E27FC236}">
                <a16:creationId xmlns:a16="http://schemas.microsoft.com/office/drawing/2014/main" id="{40671D92-D61A-56AB-F5BE-58ADB0E7E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8" t="3738" r="9848" b="6127"/>
          <a:stretch>
            <a:fillRect/>
          </a:stretch>
        </p:blipFill>
        <p:spPr>
          <a:xfrm>
            <a:off x="380384" y="685942"/>
            <a:ext cx="2541600" cy="5475600"/>
          </a:xfrm>
          <a:prstGeom prst="roundRect">
            <a:avLst>
              <a:gd name="adj" fmla="val 9649"/>
            </a:avLst>
          </a:prstGeom>
        </p:spPr>
      </p:pic>
      <p:pic>
        <p:nvPicPr>
          <p:cNvPr id="13" name="Immagine 7">
            <a:extLst>
              <a:ext uri="{FF2B5EF4-FFF2-40B4-BE49-F238E27FC236}">
                <a16:creationId xmlns:a16="http://schemas.microsoft.com/office/drawing/2014/main" id="{7C38A0DD-7641-45D4-9639-8D9CEF745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994" y="5838434"/>
            <a:ext cx="270770" cy="288000"/>
          </a:xfrm>
          <a:prstGeom prst="rect">
            <a:avLst/>
          </a:prstGeom>
        </p:spPr>
      </p:pic>
      <p:pic>
        <p:nvPicPr>
          <p:cNvPr id="15" name="Immagine 7">
            <a:extLst>
              <a:ext uri="{FF2B5EF4-FFF2-40B4-BE49-F238E27FC236}">
                <a16:creationId xmlns:a16="http://schemas.microsoft.com/office/drawing/2014/main" id="{F42DA15F-CE00-1A93-8E0A-9BA196AF9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372" y="5838434"/>
            <a:ext cx="270770" cy="288000"/>
          </a:xfrm>
          <a:prstGeom prst="rect">
            <a:avLst/>
          </a:prstGeom>
        </p:spPr>
      </p:pic>
      <p:pic>
        <p:nvPicPr>
          <p:cNvPr id="5" name="Immagine 1">
            <a:extLst>
              <a:ext uri="{FF2B5EF4-FFF2-40B4-BE49-F238E27FC236}">
                <a16:creationId xmlns:a16="http://schemas.microsoft.com/office/drawing/2014/main" id="{2A2648DE-45F3-0831-F768-4B6CDB93FC19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80043" y="3142767"/>
            <a:ext cx="2242800" cy="2685600"/>
          </a:xfrm>
          <a:prstGeom prst="rect">
            <a:avLst/>
          </a:prstGeom>
        </p:spPr>
      </p:pic>
      <p:pic>
        <p:nvPicPr>
          <p:cNvPr id="9" name="Immagine 1">
            <a:extLst>
              <a:ext uri="{FF2B5EF4-FFF2-40B4-BE49-F238E27FC236}">
                <a16:creationId xmlns:a16="http://schemas.microsoft.com/office/drawing/2014/main" id="{D92E13E0-A9E6-0359-D269-2B45E94BFE53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584051" y="3152834"/>
            <a:ext cx="2242800" cy="26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01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3" baseType="lpstr">
      <vt:lpstr>Office Theme</vt:lpstr>
      <vt:lpstr>Presentazione standard di PowerPoint</vt:lpstr>
      <vt:lpstr>Presentazione standard di PowerPoint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MARIALAURA MOSCA</dc:creator>
  <cp:lastModifiedBy>MARIALAURA MOSCA</cp:lastModifiedBy>
  <cp:revision>2</cp:revision>
  <dcterms:created xsi:type="dcterms:W3CDTF">2026-02-26T17:46:43Z</dcterms:created>
  <dcterms:modified xsi:type="dcterms:W3CDTF">2026-02-26T18:22:33Z</dcterms:modified>
</cp:coreProperties>
</file>